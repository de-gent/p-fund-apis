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FFFFFF"/>
                </a:solidFill>
                <a:latin typeface="Arial"/>
              </a:defRPr>
            </a:pPr>
            <a:r>
              <a:t>P-FUNDS System Architecture</a:t>
            </a:r>
          </a:p>
          <a:p>
            <a:pPr>
              <a:spcBef>
                <a:spcPts val="2000"/>
              </a:spcBef>
              <a:defRPr sz="2400">
                <a:solidFill>
                  <a:srgbClr val="C8E6D2"/>
                </a:solidFill>
                <a:latin typeface="Arial"/>
              </a:defRPr>
            </a:pPr>
            <a:r>
              <a:t>Frontend, Backend, and Database Communication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F172A"/>
                </a:solidFill>
                <a:latin typeface="Arial"/>
              </a:defRPr>
            </a:pPr>
            <a:r>
              <a:t>System Communication Flow</a:t>
            </a:r>
          </a:p>
        </p:txBody>
      </p:sp>
      <p:pic>
        <p:nvPicPr>
          <p:cNvPr id="4" name="Picture 3" descr="architecture_sk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8899855" cy="88998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0F172A"/>
                </a:solidFill>
                <a:latin typeface="Arial"/>
              </a:defRPr>
            </a:pPr>
            <a:r>
              <a:t>🛡️ Frontend Layer (Presentation)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•  Visual Layout: HTML layouts rendered dynamically using Laravel Blade templates.</a:t>
            </a:r>
          </a:p>
          <a:p>
            <a:pPr>
              <a:spcAft>
                <a:spcPts val="2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•  API Requests: Async calls made using Axios client (configured in api.js) to fetch statistics and manage user sessions.</a:t>
            </a:r>
          </a:p>
          <a:p>
            <a:pPr>
              <a:spcAft>
                <a:spcPts val="2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•  Interactive UI Handlers: Real-time chat features are managed via chat.js and incoming notifications via notifications.js.</a:t>
            </a:r>
          </a:p>
          <a:p>
            <a:pPr>
              <a:spcAft>
                <a:spcPts val="2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•  Auth Persistence: Login token (pfunds_token) and user role details are cached in browser localStorage.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0F172A"/>
                </a:solidFill>
                <a:latin typeface="Arial"/>
              </a:defRPr>
            </a:pPr>
            <a:r>
              <a:t>⚙️ Backend Layer (Application)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•  Routing Pipeline: Requests are matched to specific controllers via web.php and api.php routes.</a:t>
            </a:r>
          </a:p>
          <a:p>
            <a:pPr>
              <a:spcAft>
                <a:spcPts val="2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•  Sanctum Auth: Intercepts requests, validates Bearer tokens, and maps them to authenticated user sessions.</a:t>
            </a:r>
          </a:p>
          <a:p>
            <a:pPr>
              <a:spcAft>
                <a:spcPts val="2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•  Access Control: Custom role validation middleware checks permissions (Creator, Admin, Sponsor, Vetter) before execution.</a:t>
            </a:r>
          </a:p>
          <a:p>
            <a:pPr>
              <a:spcAft>
                <a:spcPts val="2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•  Business Logic: V1 Controllers (e.g. AdminProjectController) handle account creation, milestone validation, and file uploads.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0F172A"/>
                </a:solidFill>
                <a:latin typeface="Arial"/>
              </a:defRPr>
            </a:pPr>
            <a:r>
              <a:t>🗄️ Database Layer (Storage)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•  Eloquent ORM: Translates SQL queries into rich PHP objects, located under the Models directory.</a:t>
            </a:r>
          </a:p>
          <a:p>
            <a:pPr>
              <a:spcAft>
                <a:spcPts val="2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•  Storage Engine: SQLite database (default for development) storing user roles, milestones, and audit trails.</a:t>
            </a:r>
          </a:p>
          <a:p>
            <a:pPr>
              <a:spcAft>
                <a:spcPts val="2400"/>
              </a:spcAft>
              <a:defRPr sz="2000">
                <a:solidFill>
                  <a:srgbClr val="334155"/>
                </a:solidFill>
                <a:latin typeface="Arial"/>
              </a:defRPr>
            </a:pPr>
            <a:r>
              <a:t>•  Core Datasets: Stores user records, project configurations, document attachments, deliverables, and chat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